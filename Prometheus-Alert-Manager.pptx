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  <p:sldId id="258" r:id="rId3"/>
    <p:sldId id="267" r:id="rId4"/>
    <p:sldId id="261" r:id="rId5"/>
    <p:sldId id="263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83784-375E-4944-9796-6AA1631F231A}" v="46" dt="2025-08-20T07:07:44.029"/>
    <p1510:client id="{EC45F983-6BA3-411C-B3F9-DC8F8C85AAFF}" v="49" dt="2025-08-20T08:01:08.5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5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har Shetty Pinnamshetty, Vodafone" userId="9964b9d9-867f-40e6-9922-e18b51739956" providerId="ADAL" clId="{EC45F983-6BA3-411C-B3F9-DC8F8C85AAFF}"/>
    <pc:docChg chg="undo custSel addSld delSld modSld sldOrd">
      <pc:chgData name="Manohar Shetty Pinnamshetty, Vodafone" userId="9964b9d9-867f-40e6-9922-e18b51739956" providerId="ADAL" clId="{EC45F983-6BA3-411C-B3F9-DC8F8C85AAFF}" dt="2025-08-20T08:02:33.592" v="514" actId="255"/>
      <pc:docMkLst>
        <pc:docMk/>
      </pc:docMkLst>
      <pc:sldChg chg="modSp mod">
        <pc:chgData name="Manohar Shetty Pinnamshetty, Vodafone" userId="9964b9d9-867f-40e6-9922-e18b51739956" providerId="ADAL" clId="{EC45F983-6BA3-411C-B3F9-DC8F8C85AAFF}" dt="2025-08-20T07:47:03.316" v="310" actId="33524"/>
        <pc:sldMkLst>
          <pc:docMk/>
          <pc:sldMk cId="1595142317" sldId="258"/>
        </pc:sldMkLst>
        <pc:spChg chg="mod">
          <ac:chgData name="Manohar Shetty Pinnamshetty, Vodafone" userId="9964b9d9-867f-40e6-9922-e18b51739956" providerId="ADAL" clId="{EC45F983-6BA3-411C-B3F9-DC8F8C85AAFF}" dt="2025-08-20T07:40:13.130" v="247" actId="115"/>
          <ac:spMkLst>
            <pc:docMk/>
            <pc:sldMk cId="1595142317" sldId="258"/>
            <ac:spMk id="5" creationId="{907DBF0D-3078-F925-6727-14BA55EEBEC7}"/>
          </ac:spMkLst>
        </pc:spChg>
        <pc:spChg chg="mod">
          <ac:chgData name="Manohar Shetty Pinnamshetty, Vodafone" userId="9964b9d9-867f-40e6-9922-e18b51739956" providerId="ADAL" clId="{EC45F983-6BA3-411C-B3F9-DC8F8C85AAFF}" dt="2025-08-20T07:47:03.316" v="310" actId="33524"/>
          <ac:spMkLst>
            <pc:docMk/>
            <pc:sldMk cId="1595142317" sldId="258"/>
            <ac:spMk id="6" creationId="{49DDB390-B31B-E774-B34F-88B02E7AF9B4}"/>
          </ac:spMkLst>
        </pc:spChg>
      </pc:sldChg>
      <pc:sldChg chg="modSp mod">
        <pc:chgData name="Manohar Shetty Pinnamshetty, Vodafone" userId="9964b9d9-867f-40e6-9922-e18b51739956" providerId="ADAL" clId="{EC45F983-6BA3-411C-B3F9-DC8F8C85AAFF}" dt="2025-08-20T07:45:53.473" v="294" actId="14100"/>
        <pc:sldMkLst>
          <pc:docMk/>
          <pc:sldMk cId="73465320" sldId="259"/>
        </pc:sldMkLst>
        <pc:spChg chg="mod">
          <ac:chgData name="Manohar Shetty Pinnamshetty, Vodafone" userId="9964b9d9-867f-40e6-9922-e18b51739956" providerId="ADAL" clId="{EC45F983-6BA3-411C-B3F9-DC8F8C85AAFF}" dt="2025-08-20T07:40:24.130" v="249" actId="255"/>
          <ac:spMkLst>
            <pc:docMk/>
            <pc:sldMk cId="73465320" sldId="259"/>
            <ac:spMk id="3" creationId="{F129C8CB-A546-7DF8-82B5-026FCEF103AE}"/>
          </ac:spMkLst>
        </pc:spChg>
        <pc:spChg chg="mod modCrop">
          <ac:chgData name="Manohar Shetty Pinnamshetty, Vodafone" userId="9964b9d9-867f-40e6-9922-e18b51739956" providerId="ADAL" clId="{EC45F983-6BA3-411C-B3F9-DC8F8C85AAFF}" dt="2025-08-20T07:45:53.473" v="294" actId="14100"/>
          <ac:spMkLst>
            <pc:docMk/>
            <pc:sldMk cId="73465320" sldId="259"/>
            <ac:spMk id="12" creationId="{F1E9316D-E26E-9E55-E54D-D30974CA17B5}"/>
          </ac:spMkLst>
        </pc:spChg>
      </pc:sldChg>
      <pc:sldChg chg="modSp mod ord">
        <pc:chgData name="Manohar Shetty Pinnamshetty, Vodafone" userId="9964b9d9-867f-40e6-9922-e18b51739956" providerId="ADAL" clId="{EC45F983-6BA3-411C-B3F9-DC8F8C85AAFF}" dt="2025-08-20T07:45:28.563" v="291"/>
        <pc:sldMkLst>
          <pc:docMk/>
          <pc:sldMk cId="758138998" sldId="260"/>
        </pc:sldMkLst>
        <pc:spChg chg="mod">
          <ac:chgData name="Manohar Shetty Pinnamshetty, Vodafone" userId="9964b9d9-867f-40e6-9922-e18b51739956" providerId="ADAL" clId="{EC45F983-6BA3-411C-B3F9-DC8F8C85AAFF}" dt="2025-08-20T07:45:00.102" v="287" actId="113"/>
          <ac:spMkLst>
            <pc:docMk/>
            <pc:sldMk cId="758138998" sldId="260"/>
            <ac:spMk id="5" creationId="{8DD9D526-24A3-E243-E3A9-CA82DEF1CB8A}"/>
          </ac:spMkLst>
        </pc:spChg>
        <pc:spChg chg="mod">
          <ac:chgData name="Manohar Shetty Pinnamshetty, Vodafone" userId="9964b9d9-867f-40e6-9922-e18b51739956" providerId="ADAL" clId="{EC45F983-6BA3-411C-B3F9-DC8F8C85AAFF}" dt="2025-08-20T07:45:04.941" v="289" actId="14100"/>
          <ac:spMkLst>
            <pc:docMk/>
            <pc:sldMk cId="758138998" sldId="260"/>
            <ac:spMk id="6" creationId="{8445947A-5FE0-9D16-CFDE-C556804C0F65}"/>
          </ac:spMkLst>
        </pc:spChg>
      </pc:sldChg>
      <pc:sldChg chg="addSp delSp modSp new mod">
        <pc:chgData name="Manohar Shetty Pinnamshetty, Vodafone" userId="9964b9d9-867f-40e6-9922-e18b51739956" providerId="ADAL" clId="{EC45F983-6BA3-411C-B3F9-DC8F8C85AAFF}" dt="2025-08-20T07:44:41.380" v="284" actId="1076"/>
        <pc:sldMkLst>
          <pc:docMk/>
          <pc:sldMk cId="2382248520" sldId="261"/>
        </pc:sldMkLst>
        <pc:spChg chg="add del mod topLvl">
          <ac:chgData name="Manohar Shetty Pinnamshetty, Vodafone" userId="9964b9d9-867f-40e6-9922-e18b51739956" providerId="ADAL" clId="{EC45F983-6BA3-411C-B3F9-DC8F8C85AAFF}" dt="2025-08-20T07:38:04.861" v="223" actId="478"/>
          <ac:spMkLst>
            <pc:docMk/>
            <pc:sldMk cId="2382248520" sldId="261"/>
            <ac:spMk id="2" creationId="{D39977B3-32F0-BAC0-0B77-09250DF0F0CE}"/>
          </ac:spMkLst>
        </pc:spChg>
        <pc:spChg chg="add mod">
          <ac:chgData name="Manohar Shetty Pinnamshetty, Vodafone" userId="9964b9d9-867f-40e6-9922-e18b51739956" providerId="ADAL" clId="{EC45F983-6BA3-411C-B3F9-DC8F8C85AAFF}" dt="2025-08-20T07:11:47.163" v="30" actId="21"/>
          <ac:spMkLst>
            <pc:docMk/>
            <pc:sldMk cId="2382248520" sldId="261"/>
            <ac:spMk id="3" creationId="{2030C7D5-B560-EEBF-5F51-2F1FE596447F}"/>
          </ac:spMkLst>
        </pc:spChg>
        <pc:spChg chg="add mod">
          <ac:chgData name="Manohar Shetty Pinnamshetty, Vodafone" userId="9964b9d9-867f-40e6-9922-e18b51739956" providerId="ADAL" clId="{EC45F983-6BA3-411C-B3F9-DC8F8C85AAFF}" dt="2025-08-20T07:44:41.380" v="284" actId="1076"/>
          <ac:spMkLst>
            <pc:docMk/>
            <pc:sldMk cId="2382248520" sldId="261"/>
            <ac:spMk id="4" creationId="{3865995E-95FD-3ED2-8778-213A8088C89A}"/>
          </ac:spMkLst>
        </pc:spChg>
        <pc:spChg chg="add mod">
          <ac:chgData name="Manohar Shetty Pinnamshetty, Vodafone" userId="9964b9d9-867f-40e6-9922-e18b51739956" providerId="ADAL" clId="{EC45F983-6BA3-411C-B3F9-DC8F8C85AAFF}" dt="2025-08-20T07:20:49.133" v="111"/>
          <ac:spMkLst>
            <pc:docMk/>
            <pc:sldMk cId="2382248520" sldId="261"/>
            <ac:spMk id="6" creationId="{A9E69DC4-0E74-99A2-EB19-134ECB95DEE8}"/>
          </ac:spMkLst>
        </pc:spChg>
        <pc:spChg chg="add del">
          <ac:chgData name="Manohar Shetty Pinnamshetty, Vodafone" userId="9964b9d9-867f-40e6-9922-e18b51739956" providerId="ADAL" clId="{EC45F983-6BA3-411C-B3F9-DC8F8C85AAFF}" dt="2025-08-20T07:22:08.906" v="125" actId="478"/>
          <ac:spMkLst>
            <pc:docMk/>
            <pc:sldMk cId="2382248520" sldId="261"/>
            <ac:spMk id="7" creationId="{E07A05E6-B89E-42C2-03F6-F26AEB3EC502}"/>
          </ac:spMkLst>
        </pc:spChg>
        <pc:spChg chg="add mod topLvl modCrop">
          <ac:chgData name="Manohar Shetty Pinnamshetty, Vodafone" userId="9964b9d9-867f-40e6-9922-e18b51739956" providerId="ADAL" clId="{EC45F983-6BA3-411C-B3F9-DC8F8C85AAFF}" dt="2025-08-20T07:43:04.596" v="272" actId="1076"/>
          <ac:spMkLst>
            <pc:docMk/>
            <pc:sldMk cId="2382248520" sldId="261"/>
            <ac:spMk id="8" creationId="{53E5E7FF-3A51-8C70-22A0-A5A6E3B9BB0E}"/>
          </ac:spMkLst>
        </pc:spChg>
        <pc:spChg chg="add mod">
          <ac:chgData name="Manohar Shetty Pinnamshetty, Vodafone" userId="9964b9d9-867f-40e6-9922-e18b51739956" providerId="ADAL" clId="{EC45F983-6BA3-411C-B3F9-DC8F8C85AAFF}" dt="2025-08-20T07:43:56.946" v="279" actId="14100"/>
          <ac:spMkLst>
            <pc:docMk/>
            <pc:sldMk cId="2382248520" sldId="261"/>
            <ac:spMk id="10" creationId="{392FF9F7-6328-F385-8B98-48FCF65C90DB}"/>
          </ac:spMkLst>
        </pc:spChg>
        <pc:grpChg chg="add del mod">
          <ac:chgData name="Manohar Shetty Pinnamshetty, Vodafone" userId="9964b9d9-867f-40e6-9922-e18b51739956" providerId="ADAL" clId="{EC45F983-6BA3-411C-B3F9-DC8F8C85AAFF}" dt="2025-08-20T07:38:04.861" v="223" actId="478"/>
          <ac:grpSpMkLst>
            <pc:docMk/>
            <pc:sldMk cId="2382248520" sldId="261"/>
            <ac:grpSpMk id="9" creationId="{4EC3BDDE-F447-07BD-52A4-AD4AF6A655FC}"/>
          </ac:grpSpMkLst>
        </pc:grpChg>
        <pc:picChg chg="add mod">
          <ac:chgData name="Manohar Shetty Pinnamshetty, Vodafone" userId="9964b9d9-867f-40e6-9922-e18b51739956" providerId="ADAL" clId="{EC45F983-6BA3-411C-B3F9-DC8F8C85AAFF}" dt="2025-08-20T07:20:49.133" v="111"/>
          <ac:picMkLst>
            <pc:docMk/>
            <pc:sldMk cId="2382248520" sldId="261"/>
            <ac:picMk id="5" creationId="{4A8E7D71-3DB6-03F8-8A10-2FD2D1D30646}"/>
          </ac:picMkLst>
        </pc:picChg>
      </pc:sldChg>
      <pc:sldChg chg="addSp modSp new del mod setBg">
        <pc:chgData name="Manohar Shetty Pinnamshetty, Vodafone" userId="9964b9d9-867f-40e6-9922-e18b51739956" providerId="ADAL" clId="{EC45F983-6BA3-411C-B3F9-DC8F8C85AAFF}" dt="2025-08-20T07:11:06.991" v="2" actId="2696"/>
        <pc:sldMkLst>
          <pc:docMk/>
          <pc:sldMk cId="2498174415" sldId="261"/>
        </pc:sldMkLst>
        <pc:spChg chg="mod">
          <ac:chgData name="Manohar Shetty Pinnamshetty, Vodafone" userId="9964b9d9-867f-40e6-9922-e18b51739956" providerId="ADAL" clId="{EC45F983-6BA3-411C-B3F9-DC8F8C85AAFF}" dt="2025-08-20T07:11:02.302" v="1" actId="26606"/>
          <ac:spMkLst>
            <pc:docMk/>
            <pc:sldMk cId="2498174415" sldId="261"/>
            <ac:spMk id="2" creationId="{C8B68EB5-049E-93B3-C96D-BE0C01523DE6}"/>
          </ac:spMkLst>
        </pc:spChg>
        <pc:spChg chg="mod">
          <ac:chgData name="Manohar Shetty Pinnamshetty, Vodafone" userId="9964b9d9-867f-40e6-9922-e18b51739956" providerId="ADAL" clId="{EC45F983-6BA3-411C-B3F9-DC8F8C85AAFF}" dt="2025-08-20T07:11:02.302" v="1" actId="26606"/>
          <ac:spMkLst>
            <pc:docMk/>
            <pc:sldMk cId="2498174415" sldId="261"/>
            <ac:spMk id="3" creationId="{FA060D58-500D-AAEE-E5CC-4DD60CCD9C90}"/>
          </ac:spMkLst>
        </pc:spChg>
        <pc:spChg chg="add">
          <ac:chgData name="Manohar Shetty Pinnamshetty, Vodafone" userId="9964b9d9-867f-40e6-9922-e18b51739956" providerId="ADAL" clId="{EC45F983-6BA3-411C-B3F9-DC8F8C85AAFF}" dt="2025-08-20T07:11:02.302" v="1" actId="26606"/>
          <ac:spMkLst>
            <pc:docMk/>
            <pc:sldMk cId="2498174415" sldId="261"/>
            <ac:spMk id="8" creationId="{BC052280-388E-4151-A1EB-5236D4FCCA28}"/>
          </ac:spMkLst>
        </pc:spChg>
        <pc:cxnChg chg="add">
          <ac:chgData name="Manohar Shetty Pinnamshetty, Vodafone" userId="9964b9d9-867f-40e6-9922-e18b51739956" providerId="ADAL" clId="{EC45F983-6BA3-411C-B3F9-DC8F8C85AAFF}" dt="2025-08-20T07:11:02.302" v="1" actId="26606"/>
          <ac:cxnSpMkLst>
            <pc:docMk/>
            <pc:sldMk cId="2498174415" sldId="261"/>
            <ac:cxnSpMk id="10" creationId="{744251C3-E720-4363-8AF0-20AD319374F0}"/>
          </ac:cxnSpMkLst>
        </pc:cxnChg>
      </pc:sldChg>
      <pc:sldChg chg="addSp delSp modSp add del mod">
        <pc:chgData name="Manohar Shetty Pinnamshetty, Vodafone" userId="9964b9d9-867f-40e6-9922-e18b51739956" providerId="ADAL" clId="{EC45F983-6BA3-411C-B3F9-DC8F8C85AAFF}" dt="2025-08-20T07:16:14.439" v="80" actId="2696"/>
        <pc:sldMkLst>
          <pc:docMk/>
          <pc:sldMk cId="1801002744" sldId="262"/>
        </pc:sldMkLst>
        <pc:spChg chg="del mod">
          <ac:chgData name="Manohar Shetty Pinnamshetty, Vodafone" userId="9964b9d9-867f-40e6-9922-e18b51739956" providerId="ADAL" clId="{EC45F983-6BA3-411C-B3F9-DC8F8C85AAFF}" dt="2025-08-20T07:14:32.441" v="64" actId="478"/>
          <ac:spMkLst>
            <pc:docMk/>
            <pc:sldMk cId="1801002744" sldId="262"/>
            <ac:spMk id="2" creationId="{2287D142-215A-3A6F-0DF3-5D55A72D692B}"/>
          </ac:spMkLst>
        </pc:spChg>
        <pc:spChg chg="add">
          <ac:chgData name="Manohar Shetty Pinnamshetty, Vodafone" userId="9964b9d9-867f-40e6-9922-e18b51739956" providerId="ADAL" clId="{EC45F983-6BA3-411C-B3F9-DC8F8C85AAFF}" dt="2025-08-20T07:14:23.359" v="62"/>
          <ac:spMkLst>
            <pc:docMk/>
            <pc:sldMk cId="1801002744" sldId="262"/>
            <ac:spMk id="3" creationId="{4B1E871C-6749-F8D6-8B62-8FA8A58C49E6}"/>
          </ac:spMkLst>
        </pc:spChg>
        <pc:spChg chg="mod">
          <ac:chgData name="Manohar Shetty Pinnamshetty, Vodafone" userId="9964b9d9-867f-40e6-9922-e18b51739956" providerId="ADAL" clId="{EC45F983-6BA3-411C-B3F9-DC8F8C85AAFF}" dt="2025-08-20T07:14:09.833" v="60" actId="14100"/>
          <ac:spMkLst>
            <pc:docMk/>
            <pc:sldMk cId="1801002744" sldId="262"/>
            <ac:spMk id="4" creationId="{107062F2-2DBF-0A36-B4B9-22873ABA0D67}"/>
          </ac:spMkLst>
        </pc:spChg>
        <pc:spChg chg="add">
          <ac:chgData name="Manohar Shetty Pinnamshetty, Vodafone" userId="9964b9d9-867f-40e6-9922-e18b51739956" providerId="ADAL" clId="{EC45F983-6BA3-411C-B3F9-DC8F8C85AAFF}" dt="2025-08-20T07:14:26.213" v="63"/>
          <ac:spMkLst>
            <pc:docMk/>
            <pc:sldMk cId="1801002744" sldId="262"/>
            <ac:spMk id="5" creationId="{61EFCCEF-A829-8DBC-61A4-DEE8DC8BCDEC}"/>
          </ac:spMkLst>
        </pc:spChg>
        <pc:spChg chg="add del">
          <ac:chgData name="Manohar Shetty Pinnamshetty, Vodafone" userId="9964b9d9-867f-40e6-9922-e18b51739956" providerId="ADAL" clId="{EC45F983-6BA3-411C-B3F9-DC8F8C85AAFF}" dt="2025-08-20T07:14:48.916" v="67" actId="478"/>
          <ac:spMkLst>
            <pc:docMk/>
            <pc:sldMk cId="1801002744" sldId="262"/>
            <ac:spMk id="6" creationId="{F5E166F4-33CF-A9DB-50E1-73A718F62115}"/>
          </ac:spMkLst>
        </pc:spChg>
        <pc:spChg chg="add">
          <ac:chgData name="Manohar Shetty Pinnamshetty, Vodafone" userId="9964b9d9-867f-40e6-9922-e18b51739956" providerId="ADAL" clId="{EC45F983-6BA3-411C-B3F9-DC8F8C85AAFF}" dt="2025-08-20T07:14:41.720" v="66"/>
          <ac:spMkLst>
            <pc:docMk/>
            <pc:sldMk cId="1801002744" sldId="262"/>
            <ac:spMk id="7" creationId="{8BC7E2F5-279D-6CD5-B899-C5C1BFBE9ACF}"/>
          </ac:spMkLst>
        </pc:spChg>
        <pc:spChg chg="add del">
          <ac:chgData name="Manohar Shetty Pinnamshetty, Vodafone" userId="9964b9d9-867f-40e6-9922-e18b51739956" providerId="ADAL" clId="{EC45F983-6BA3-411C-B3F9-DC8F8C85AAFF}" dt="2025-08-20T07:15:23.287" v="72" actId="478"/>
          <ac:spMkLst>
            <pc:docMk/>
            <pc:sldMk cId="1801002744" sldId="262"/>
            <ac:spMk id="8" creationId="{ECF5621B-30FC-122E-C8C2-5DC1546B8B2A}"/>
          </ac:spMkLst>
        </pc:spChg>
        <pc:spChg chg="add">
          <ac:chgData name="Manohar Shetty Pinnamshetty, Vodafone" userId="9964b9d9-867f-40e6-9922-e18b51739956" providerId="ADAL" clId="{EC45F983-6BA3-411C-B3F9-DC8F8C85AAFF}" dt="2025-08-20T07:15:06.288" v="69"/>
          <ac:spMkLst>
            <pc:docMk/>
            <pc:sldMk cId="1801002744" sldId="262"/>
            <ac:spMk id="9" creationId="{469975B5-DBFE-2BD0-D2E0-326A785A2B9E}"/>
          </ac:spMkLst>
        </pc:spChg>
        <pc:spChg chg="add mod">
          <ac:chgData name="Manohar Shetty Pinnamshetty, Vodafone" userId="9964b9d9-867f-40e6-9922-e18b51739956" providerId="ADAL" clId="{EC45F983-6BA3-411C-B3F9-DC8F8C85AAFF}" dt="2025-08-20T07:15:16.523" v="71"/>
          <ac:spMkLst>
            <pc:docMk/>
            <pc:sldMk cId="1801002744" sldId="262"/>
            <ac:spMk id="10" creationId="{3B033994-BF81-CD9E-1D5E-0D81969846A4}"/>
          </ac:spMkLst>
        </pc:spChg>
      </pc:sldChg>
      <pc:sldChg chg="addSp delSp modSp add mod">
        <pc:chgData name="Manohar Shetty Pinnamshetty, Vodafone" userId="9964b9d9-867f-40e6-9922-e18b51739956" providerId="ADAL" clId="{EC45F983-6BA3-411C-B3F9-DC8F8C85AAFF}" dt="2025-08-20T08:02:33.592" v="514" actId="255"/>
        <pc:sldMkLst>
          <pc:docMk/>
          <pc:sldMk cId="1329077581" sldId="263"/>
        </pc:sldMkLst>
        <pc:spChg chg="del mod">
          <ac:chgData name="Manohar Shetty Pinnamshetty, Vodafone" userId="9964b9d9-867f-40e6-9922-e18b51739956" providerId="ADAL" clId="{EC45F983-6BA3-411C-B3F9-DC8F8C85AAFF}" dt="2025-08-20T07:36:31.050" v="209" actId="478"/>
          <ac:spMkLst>
            <pc:docMk/>
            <pc:sldMk cId="1329077581" sldId="263"/>
            <ac:spMk id="2" creationId="{F3849901-62FE-6446-CA0D-66CEEEA65055}"/>
          </ac:spMkLst>
        </pc:spChg>
        <pc:spChg chg="add">
          <ac:chgData name="Manohar Shetty Pinnamshetty, Vodafone" userId="9964b9d9-867f-40e6-9922-e18b51739956" providerId="ADAL" clId="{EC45F983-6BA3-411C-B3F9-DC8F8C85AAFF}" dt="2025-08-20T07:16:27.113" v="81"/>
          <ac:spMkLst>
            <pc:docMk/>
            <pc:sldMk cId="1329077581" sldId="263"/>
            <ac:spMk id="3" creationId="{3447131C-6D50-63D1-BAC2-07BF4095B14A}"/>
          </ac:spMkLst>
        </pc:spChg>
        <pc:spChg chg="mod">
          <ac:chgData name="Manohar Shetty Pinnamshetty, Vodafone" userId="9964b9d9-867f-40e6-9922-e18b51739956" providerId="ADAL" clId="{EC45F983-6BA3-411C-B3F9-DC8F8C85AAFF}" dt="2025-08-20T07:43:25.323" v="276" actId="113"/>
          <ac:spMkLst>
            <pc:docMk/>
            <pc:sldMk cId="1329077581" sldId="263"/>
            <ac:spMk id="4" creationId="{F954F43A-E30E-46BF-B486-BDD4507D89FD}"/>
          </ac:spMkLst>
        </pc:spChg>
        <pc:spChg chg="add">
          <ac:chgData name="Manohar Shetty Pinnamshetty, Vodafone" userId="9964b9d9-867f-40e6-9922-e18b51739956" providerId="ADAL" clId="{EC45F983-6BA3-411C-B3F9-DC8F8C85AAFF}" dt="2025-08-20T07:16:33.264" v="83"/>
          <ac:spMkLst>
            <pc:docMk/>
            <pc:sldMk cId="1329077581" sldId="263"/>
            <ac:spMk id="5" creationId="{A7B798E4-F85C-7AD6-6545-4EA76861E766}"/>
          </ac:spMkLst>
        </pc:spChg>
        <pc:spChg chg="add mod">
          <ac:chgData name="Manohar Shetty Pinnamshetty, Vodafone" userId="9964b9d9-867f-40e6-9922-e18b51739956" providerId="ADAL" clId="{EC45F983-6BA3-411C-B3F9-DC8F8C85AAFF}" dt="2025-08-20T07:20:51.149" v="112"/>
          <ac:spMkLst>
            <pc:docMk/>
            <pc:sldMk cId="1329077581" sldId="263"/>
            <ac:spMk id="7" creationId="{CA869898-6596-D136-62E7-C493E79720D0}"/>
          </ac:spMkLst>
        </pc:spChg>
        <pc:spChg chg="add mod">
          <ac:chgData name="Manohar Shetty Pinnamshetty, Vodafone" userId="9964b9d9-867f-40e6-9922-e18b51739956" providerId="ADAL" clId="{EC45F983-6BA3-411C-B3F9-DC8F8C85AAFF}" dt="2025-08-20T07:49:20.400" v="314" actId="2085"/>
          <ac:spMkLst>
            <pc:docMk/>
            <pc:sldMk cId="1329077581" sldId="263"/>
            <ac:spMk id="8" creationId="{4BF63153-805A-85A4-8A68-EF23033B3FD5}"/>
          </ac:spMkLst>
        </pc:spChg>
        <pc:spChg chg="add mod">
          <ac:chgData name="Manohar Shetty Pinnamshetty, Vodafone" userId="9964b9d9-867f-40e6-9922-e18b51739956" providerId="ADAL" clId="{EC45F983-6BA3-411C-B3F9-DC8F8C85AAFF}" dt="2025-08-20T08:02:33.592" v="514" actId="255"/>
          <ac:spMkLst>
            <pc:docMk/>
            <pc:sldMk cId="1329077581" sldId="263"/>
            <ac:spMk id="10" creationId="{95AF1364-E48F-23E8-EA9C-6C28B818951C}"/>
          </ac:spMkLst>
        </pc:spChg>
        <pc:grpChg chg="add mod">
          <ac:chgData name="Manohar Shetty Pinnamshetty, Vodafone" userId="9964b9d9-867f-40e6-9922-e18b51739956" providerId="ADAL" clId="{EC45F983-6BA3-411C-B3F9-DC8F8C85AAFF}" dt="2025-08-20T07:37:15.932" v="215" actId="164"/>
          <ac:grpSpMkLst>
            <pc:docMk/>
            <pc:sldMk cId="1329077581" sldId="263"/>
            <ac:grpSpMk id="9" creationId="{947D6E18-87E0-1D4A-1BCA-E35160C077A2}"/>
          </ac:grpSpMkLst>
        </pc:grpChg>
        <pc:grpChg chg="add mod">
          <ac:chgData name="Manohar Shetty Pinnamshetty, Vodafone" userId="9964b9d9-867f-40e6-9922-e18b51739956" providerId="ADAL" clId="{EC45F983-6BA3-411C-B3F9-DC8F8C85AAFF}" dt="2025-08-20T07:37:15.932" v="215" actId="164"/>
          <ac:grpSpMkLst>
            <pc:docMk/>
            <pc:sldMk cId="1329077581" sldId="263"/>
            <ac:grpSpMk id="11" creationId="{B34D5594-F888-5AA8-35E3-2DA37F8E04EA}"/>
          </ac:grpSpMkLst>
        </pc:grpChg>
        <pc:picChg chg="add mod">
          <ac:chgData name="Manohar Shetty Pinnamshetty, Vodafone" userId="9964b9d9-867f-40e6-9922-e18b51739956" providerId="ADAL" clId="{EC45F983-6BA3-411C-B3F9-DC8F8C85AAFF}" dt="2025-08-20T07:20:51.149" v="112"/>
          <ac:picMkLst>
            <pc:docMk/>
            <pc:sldMk cId="1329077581" sldId="263"/>
            <ac:picMk id="6" creationId="{B246602F-C743-56F1-09A1-57B499CB470C}"/>
          </ac:picMkLst>
        </pc:picChg>
      </pc:sldChg>
      <pc:sldChg chg="addSp delSp modSp add mod">
        <pc:chgData name="Manohar Shetty Pinnamshetty, Vodafone" userId="9964b9d9-867f-40e6-9922-e18b51739956" providerId="ADAL" clId="{EC45F983-6BA3-411C-B3F9-DC8F8C85AAFF}" dt="2025-08-20T07:44:34.339" v="283" actId="108"/>
        <pc:sldMkLst>
          <pc:docMk/>
          <pc:sldMk cId="3731694527" sldId="264"/>
        </pc:sldMkLst>
        <pc:spChg chg="del">
          <ac:chgData name="Manohar Shetty Pinnamshetty, Vodafone" userId="9964b9d9-867f-40e6-9922-e18b51739956" providerId="ADAL" clId="{EC45F983-6BA3-411C-B3F9-DC8F8C85AAFF}" dt="2025-08-20T07:21:39.954" v="116" actId="478"/>
          <ac:spMkLst>
            <pc:docMk/>
            <pc:sldMk cId="3731694527" sldId="264"/>
            <ac:spMk id="2" creationId="{2435C31E-2B1E-8524-906E-65F1D8D612BC}"/>
          </ac:spMkLst>
        </pc:spChg>
        <pc:spChg chg="add mod">
          <ac:chgData name="Manohar Shetty Pinnamshetty, Vodafone" userId="9964b9d9-867f-40e6-9922-e18b51739956" providerId="ADAL" clId="{EC45F983-6BA3-411C-B3F9-DC8F8C85AAFF}" dt="2025-08-20T07:44:02.686" v="280" actId="14100"/>
          <ac:spMkLst>
            <pc:docMk/>
            <pc:sldMk cId="3731694527" sldId="264"/>
            <ac:spMk id="3" creationId="{7B911DB8-53B2-2D34-C0BC-AAD91F60E571}"/>
          </ac:spMkLst>
        </pc:spChg>
        <pc:spChg chg="mod">
          <ac:chgData name="Manohar Shetty Pinnamshetty, Vodafone" userId="9964b9d9-867f-40e6-9922-e18b51739956" providerId="ADAL" clId="{EC45F983-6BA3-411C-B3F9-DC8F8C85AAFF}" dt="2025-08-20T07:44:34.339" v="283" actId="108"/>
          <ac:spMkLst>
            <pc:docMk/>
            <pc:sldMk cId="3731694527" sldId="264"/>
            <ac:spMk id="4" creationId="{4FAE61A8-7547-84FE-E36A-2BB8DB9DFF91}"/>
          </ac:spMkLst>
        </pc:spChg>
        <pc:spChg chg="add mod modCrop">
          <ac:chgData name="Manohar Shetty Pinnamshetty, Vodafone" userId="9964b9d9-867f-40e6-9922-e18b51739956" providerId="ADAL" clId="{EC45F983-6BA3-411C-B3F9-DC8F8C85AAFF}" dt="2025-08-20T07:44:06.560" v="281" actId="1076"/>
          <ac:spMkLst>
            <pc:docMk/>
            <pc:sldMk cId="3731694527" sldId="264"/>
            <ac:spMk id="5" creationId="{B1BFED13-FE06-B55E-EDAB-4DF0C9C55696}"/>
          </ac:spMkLst>
        </pc:spChg>
      </pc:sldChg>
      <pc:sldChg chg="addSp modSp add del mod">
        <pc:chgData name="Manohar Shetty Pinnamshetty, Vodafone" userId="9964b9d9-867f-40e6-9922-e18b51739956" providerId="ADAL" clId="{EC45F983-6BA3-411C-B3F9-DC8F8C85AAFF}" dt="2025-08-20T07:16:08.968" v="79" actId="2696"/>
        <pc:sldMkLst>
          <pc:docMk/>
          <pc:sldMk cId="3905318463" sldId="264"/>
        </pc:sldMkLst>
        <pc:spChg chg="mod">
          <ac:chgData name="Manohar Shetty Pinnamshetty, Vodafone" userId="9964b9d9-867f-40e6-9922-e18b51739956" providerId="ADAL" clId="{EC45F983-6BA3-411C-B3F9-DC8F8C85AAFF}" dt="2025-08-20T07:15:50.130" v="76" actId="20577"/>
          <ac:spMkLst>
            <pc:docMk/>
            <pc:sldMk cId="3905318463" sldId="264"/>
            <ac:spMk id="2" creationId="{0071538A-9A9E-EB4F-FDE5-F70BDBA27F2F}"/>
          </ac:spMkLst>
        </pc:spChg>
        <pc:spChg chg="add">
          <ac:chgData name="Manohar Shetty Pinnamshetty, Vodafone" userId="9964b9d9-867f-40e6-9922-e18b51739956" providerId="ADAL" clId="{EC45F983-6BA3-411C-B3F9-DC8F8C85AAFF}" dt="2025-08-20T07:15:39.746" v="75"/>
          <ac:spMkLst>
            <pc:docMk/>
            <pc:sldMk cId="3905318463" sldId="264"/>
            <ac:spMk id="3" creationId="{4B8804CB-D565-EF52-4EC7-537087C335BE}"/>
          </ac:spMkLst>
        </pc:spChg>
        <pc:spChg chg="add">
          <ac:chgData name="Manohar Shetty Pinnamshetty, Vodafone" userId="9964b9d9-867f-40e6-9922-e18b51739956" providerId="ADAL" clId="{EC45F983-6BA3-411C-B3F9-DC8F8C85AAFF}" dt="2025-08-20T07:15:51.509" v="77"/>
          <ac:spMkLst>
            <pc:docMk/>
            <pc:sldMk cId="3905318463" sldId="264"/>
            <ac:spMk id="5" creationId="{679558F1-6BD9-FA56-92D6-A84FC558ECE9}"/>
          </ac:spMkLst>
        </pc:spChg>
        <pc:spChg chg="add">
          <ac:chgData name="Manohar Shetty Pinnamshetty, Vodafone" userId="9964b9d9-867f-40e6-9922-e18b51739956" providerId="ADAL" clId="{EC45F983-6BA3-411C-B3F9-DC8F8C85AAFF}" dt="2025-08-20T07:16:02.776" v="78"/>
          <ac:spMkLst>
            <pc:docMk/>
            <pc:sldMk cId="3905318463" sldId="264"/>
            <ac:spMk id="6" creationId="{6E34F227-29FA-2E47-60A5-C5148A890A72}"/>
          </ac:spMkLst>
        </pc:spChg>
      </pc:sldChg>
      <pc:sldChg chg="addSp modSp new mod ord">
        <pc:chgData name="Manohar Shetty Pinnamshetty, Vodafone" userId="9964b9d9-867f-40e6-9922-e18b51739956" providerId="ADAL" clId="{EC45F983-6BA3-411C-B3F9-DC8F8C85AAFF}" dt="2025-08-20T08:01:52.744" v="513" actId="14100"/>
        <pc:sldMkLst>
          <pc:docMk/>
          <pc:sldMk cId="1000521164" sldId="265"/>
        </pc:sldMkLst>
        <pc:spChg chg="add mod">
          <ac:chgData name="Manohar Shetty Pinnamshetty, Vodafone" userId="9964b9d9-867f-40e6-9922-e18b51739956" providerId="ADAL" clId="{EC45F983-6BA3-411C-B3F9-DC8F8C85AAFF}" dt="2025-08-20T07:58:51.923" v="460" actId="164"/>
          <ac:spMkLst>
            <pc:docMk/>
            <pc:sldMk cId="1000521164" sldId="265"/>
            <ac:spMk id="2" creationId="{D1B5F437-B9F0-7913-BCB1-48D1380ED6DA}"/>
          </ac:spMkLst>
        </pc:spChg>
        <pc:spChg chg="add mod modCrop">
          <ac:chgData name="Manohar Shetty Pinnamshetty, Vodafone" userId="9964b9d9-867f-40e6-9922-e18b51739956" providerId="ADAL" clId="{EC45F983-6BA3-411C-B3F9-DC8F8C85AAFF}" dt="2025-08-20T08:00:57.880" v="507" actId="1076"/>
          <ac:spMkLst>
            <pc:docMk/>
            <pc:sldMk cId="1000521164" sldId="265"/>
            <ac:spMk id="3" creationId="{EDCD8765-728E-9DA1-6C14-5E8E1112CAE8}"/>
          </ac:spMkLst>
        </pc:spChg>
        <pc:spChg chg="add mod">
          <ac:chgData name="Manohar Shetty Pinnamshetty, Vodafone" userId="9964b9d9-867f-40e6-9922-e18b51739956" providerId="ADAL" clId="{EC45F983-6BA3-411C-B3F9-DC8F8C85AAFF}" dt="2025-08-20T08:00:55.080" v="506" actId="1076"/>
          <ac:spMkLst>
            <pc:docMk/>
            <pc:sldMk cId="1000521164" sldId="265"/>
            <ac:spMk id="4" creationId="{FFEEF74A-9090-4A19-730F-6608163E122C}"/>
          </ac:spMkLst>
        </pc:spChg>
        <pc:spChg chg="add mod modCrop">
          <ac:chgData name="Manohar Shetty Pinnamshetty, Vodafone" userId="9964b9d9-867f-40e6-9922-e18b51739956" providerId="ADAL" clId="{EC45F983-6BA3-411C-B3F9-DC8F8C85AAFF}" dt="2025-08-20T07:59:24.324" v="470" actId="1076"/>
          <ac:spMkLst>
            <pc:docMk/>
            <pc:sldMk cId="1000521164" sldId="265"/>
            <ac:spMk id="6" creationId="{9800D66D-5CC8-9D0C-F0F0-7497026B8371}"/>
          </ac:spMkLst>
        </pc:spChg>
        <pc:spChg chg="add mod modCrop">
          <ac:chgData name="Manohar Shetty Pinnamshetty, Vodafone" userId="9964b9d9-867f-40e6-9922-e18b51739956" providerId="ADAL" clId="{EC45F983-6BA3-411C-B3F9-DC8F8C85AAFF}" dt="2025-08-20T08:01:52.744" v="513" actId="14100"/>
          <ac:spMkLst>
            <pc:docMk/>
            <pc:sldMk cId="1000521164" sldId="265"/>
            <ac:spMk id="7" creationId="{5EE86D4A-8B5F-B86A-4E78-D97EEFB63B56}"/>
          </ac:spMkLst>
        </pc:spChg>
        <pc:spChg chg="add mod modCrop">
          <ac:chgData name="Manohar Shetty Pinnamshetty, Vodafone" userId="9964b9d9-867f-40e6-9922-e18b51739956" providerId="ADAL" clId="{EC45F983-6BA3-411C-B3F9-DC8F8C85AAFF}" dt="2025-08-20T08:01:17.494" v="512" actId="1076"/>
          <ac:spMkLst>
            <pc:docMk/>
            <pc:sldMk cId="1000521164" sldId="265"/>
            <ac:spMk id="8" creationId="{2B336158-B376-E781-B993-CDDB452A94D5}"/>
          </ac:spMkLst>
        </pc:spChg>
        <pc:grpChg chg="add mod">
          <ac:chgData name="Manohar Shetty Pinnamshetty, Vodafone" userId="9964b9d9-867f-40e6-9922-e18b51739956" providerId="ADAL" clId="{EC45F983-6BA3-411C-B3F9-DC8F8C85AAFF}" dt="2025-08-20T08:01:08.595" v="509" actId="164"/>
          <ac:grpSpMkLst>
            <pc:docMk/>
            <pc:sldMk cId="1000521164" sldId="265"/>
            <ac:grpSpMk id="5" creationId="{3AF8BC70-8D9B-9E94-5674-C011C0472D4B}"/>
          </ac:grpSpMkLst>
        </pc:grpChg>
        <pc:grpChg chg="add mod">
          <ac:chgData name="Manohar Shetty Pinnamshetty, Vodafone" userId="9964b9d9-867f-40e6-9922-e18b51739956" providerId="ADAL" clId="{EC45F983-6BA3-411C-B3F9-DC8F8C85AAFF}" dt="2025-08-20T08:01:12.409" v="510" actId="1076"/>
          <ac:grpSpMkLst>
            <pc:docMk/>
            <pc:sldMk cId="1000521164" sldId="265"/>
            <ac:grpSpMk id="9" creationId="{D2B2BD1B-A979-D58D-87D0-BD3A772253C9}"/>
          </ac:grpSpMkLst>
        </pc:grpChg>
      </pc:sldChg>
      <pc:sldChg chg="addSp delSp modSp new del mod">
        <pc:chgData name="Manohar Shetty Pinnamshetty, Vodafone" userId="9964b9d9-867f-40e6-9922-e18b51739956" providerId="ADAL" clId="{EC45F983-6BA3-411C-B3F9-DC8F8C85AAFF}" dt="2025-08-20T07:39:37.340" v="244" actId="2696"/>
        <pc:sldMkLst>
          <pc:docMk/>
          <pc:sldMk cId="2878791902" sldId="265"/>
        </pc:sldMkLst>
        <pc:spChg chg="add del">
          <ac:chgData name="Manohar Shetty Pinnamshetty, Vodafone" userId="9964b9d9-867f-40e6-9922-e18b51739956" providerId="ADAL" clId="{EC45F983-6BA3-411C-B3F9-DC8F8C85AAFF}" dt="2025-08-20T07:36:03.348" v="202" actId="478"/>
          <ac:spMkLst>
            <pc:docMk/>
            <pc:sldMk cId="2878791902" sldId="265"/>
            <ac:spMk id="2" creationId="{8DD0F959-DDA3-1BAB-3C1C-45F5B44EEEEE}"/>
          </ac:spMkLst>
        </pc:spChg>
        <pc:spChg chg="add del mod">
          <ac:chgData name="Manohar Shetty Pinnamshetty, Vodafone" userId="9964b9d9-867f-40e6-9922-e18b51739956" providerId="ADAL" clId="{EC45F983-6BA3-411C-B3F9-DC8F8C85AAFF}" dt="2025-08-20T07:36:25.158" v="207" actId="21"/>
          <ac:spMkLst>
            <pc:docMk/>
            <pc:sldMk cId="2878791902" sldId="265"/>
            <ac:spMk id="3" creationId="{95AF1364-E48F-23E8-EA9C-6C28B818951C}"/>
          </ac:spMkLst>
        </pc:spChg>
        <pc:spChg chg="add mod">
          <ac:chgData name="Manohar Shetty Pinnamshetty, Vodafone" userId="9964b9d9-867f-40e6-9922-e18b51739956" providerId="ADAL" clId="{EC45F983-6BA3-411C-B3F9-DC8F8C85AAFF}" dt="2025-08-20T07:37:55.793" v="222" actId="2085"/>
          <ac:spMkLst>
            <pc:docMk/>
            <pc:sldMk cId="2878791902" sldId="265"/>
            <ac:spMk id="4" creationId="{70651173-3A1B-A249-05C8-87EE8748FC2B}"/>
          </ac:spMkLst>
        </pc:spChg>
      </pc:sldChg>
    </pc:docChg>
  </pc:docChgLst>
  <pc:docChgLst>
    <pc:chgData name="Manohar Shetty Pinnamshetty, Vodafone" userId="9964b9d9-867f-40e6-9922-e18b51739956" providerId="ADAL" clId="{54683784-375E-4944-9796-6AA1631F231A}"/>
    <pc:docChg chg="undo custSel addSld delSld modSld modMainMaster">
      <pc:chgData name="Manohar Shetty Pinnamshetty, Vodafone" userId="9964b9d9-867f-40e6-9922-e18b51739956" providerId="ADAL" clId="{54683784-375E-4944-9796-6AA1631F231A}" dt="2025-08-20T07:08:16.376" v="1182" actId="14100"/>
      <pc:docMkLst>
        <pc:docMk/>
      </pc:docMkLst>
      <pc:sldChg chg="addSp delSp modSp del mod setBg">
        <pc:chgData name="Manohar Shetty Pinnamshetty, Vodafone" userId="9964b9d9-867f-40e6-9922-e18b51739956" providerId="ADAL" clId="{54683784-375E-4944-9796-6AA1631F231A}" dt="2025-08-20T05:54:10.184" v="7" actId="2696"/>
        <pc:sldMkLst>
          <pc:docMk/>
          <pc:sldMk cId="3784251631" sldId="257"/>
        </pc:sldMkLst>
        <pc:spChg chg="add">
          <ac:chgData name="Manohar Shetty Pinnamshetty, Vodafone" userId="9964b9d9-867f-40e6-9922-e18b51739956" providerId="ADAL" clId="{54683784-375E-4944-9796-6AA1631F231A}" dt="2025-08-20T05:53:53.033" v="3" actId="26606"/>
          <ac:spMkLst>
            <pc:docMk/>
            <pc:sldMk cId="3784251631" sldId="257"/>
            <ac:spMk id="7" creationId="{7BDAC5B6-20CE-447F-8BA1-F2274AC7AE5B}"/>
          </ac:spMkLst>
        </pc:spChg>
        <pc:spChg chg="add">
          <ac:chgData name="Manohar Shetty Pinnamshetty, Vodafone" userId="9964b9d9-867f-40e6-9922-e18b51739956" providerId="ADAL" clId="{54683784-375E-4944-9796-6AA1631F231A}" dt="2025-08-20T05:53:53.033" v="3" actId="26606"/>
          <ac:spMkLst>
            <pc:docMk/>
            <pc:sldMk cId="3784251631" sldId="257"/>
            <ac:spMk id="9" creationId="{D1D22B31-BF8F-446B-9009-8A251FB177CB}"/>
          </ac:spMkLst>
        </pc:spChg>
        <pc:picChg chg="add del mod">
          <ac:chgData name="Manohar Shetty Pinnamshetty, Vodafone" userId="9964b9d9-867f-40e6-9922-e18b51739956" providerId="ADAL" clId="{54683784-375E-4944-9796-6AA1631F231A}" dt="2025-08-20T05:54:02.830" v="5" actId="21"/>
          <ac:picMkLst>
            <pc:docMk/>
            <pc:sldMk cId="3784251631" sldId="257"/>
            <ac:picMk id="2" creationId="{7BDA6AD3-F8F2-F42B-2EEE-220E6FE9C358}"/>
          </ac:picMkLst>
        </pc:picChg>
      </pc:sldChg>
      <pc:sldChg chg="addSp delSp modSp new mod">
        <pc:chgData name="Manohar Shetty Pinnamshetty, Vodafone" userId="9964b9d9-867f-40e6-9922-e18b51739956" providerId="ADAL" clId="{54683784-375E-4944-9796-6AA1631F231A}" dt="2025-08-20T07:07:35.278" v="1174" actId="164"/>
        <pc:sldMkLst>
          <pc:docMk/>
          <pc:sldMk cId="1595142317" sldId="258"/>
        </pc:sldMkLst>
        <pc:spChg chg="add mod">
          <ac:chgData name="Manohar Shetty Pinnamshetty, Vodafone" userId="9964b9d9-867f-40e6-9922-e18b51739956" providerId="ADAL" clId="{54683784-375E-4944-9796-6AA1631F231A}" dt="2025-08-20T06:34:54.903" v="978" actId="14100"/>
          <ac:spMkLst>
            <pc:docMk/>
            <pc:sldMk cId="1595142317" sldId="258"/>
            <ac:spMk id="4" creationId="{1CC8F874-E136-948E-0843-3E275D29E7C4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35.278" v="1174" actId="164"/>
          <ac:spMkLst>
            <pc:docMk/>
            <pc:sldMk cId="1595142317" sldId="258"/>
            <ac:spMk id="5" creationId="{907DBF0D-3078-F925-6727-14BA55EEBEC7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35.278" v="1174" actId="164"/>
          <ac:spMkLst>
            <pc:docMk/>
            <pc:sldMk cId="1595142317" sldId="258"/>
            <ac:spMk id="6" creationId="{49DDB390-B31B-E774-B34F-88B02E7AF9B4}"/>
          </ac:spMkLst>
        </pc:spChg>
        <pc:spChg chg="add del mod">
          <ac:chgData name="Manohar Shetty Pinnamshetty, Vodafone" userId="9964b9d9-867f-40e6-9922-e18b51739956" providerId="ADAL" clId="{54683784-375E-4944-9796-6AA1631F231A}" dt="2025-08-20T06:34:38.571" v="977" actId="21"/>
          <ac:spMkLst>
            <pc:docMk/>
            <pc:sldMk cId="1595142317" sldId="258"/>
            <ac:spMk id="7" creationId="{3EC14188-4EC3-9135-F8A6-40C4DE386D23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35.278" v="1174" actId="164"/>
          <ac:spMkLst>
            <pc:docMk/>
            <pc:sldMk cId="1595142317" sldId="258"/>
            <ac:spMk id="8" creationId="{EFDDB012-7D61-5614-5941-85A4E2182CFA}"/>
          </ac:spMkLst>
        </pc:spChg>
        <pc:grpChg chg="add mod">
          <ac:chgData name="Manohar Shetty Pinnamshetty, Vodafone" userId="9964b9d9-867f-40e6-9922-e18b51739956" providerId="ADAL" clId="{54683784-375E-4944-9796-6AA1631F231A}" dt="2025-08-20T07:07:35.278" v="1174" actId="164"/>
          <ac:grpSpMkLst>
            <pc:docMk/>
            <pc:sldMk cId="1595142317" sldId="258"/>
            <ac:grpSpMk id="9" creationId="{E9A8F276-75E3-BC10-B60F-0483BF341116}"/>
          </ac:grpSpMkLst>
        </pc:grpChg>
        <pc:picChg chg="add mod">
          <ac:chgData name="Manohar Shetty Pinnamshetty, Vodafone" userId="9964b9d9-867f-40e6-9922-e18b51739956" providerId="ADAL" clId="{54683784-375E-4944-9796-6AA1631F231A}" dt="2025-08-20T05:54:17.406" v="11" actId="1076"/>
          <ac:picMkLst>
            <pc:docMk/>
            <pc:sldMk cId="1595142317" sldId="258"/>
            <ac:picMk id="2" creationId="{7BDA6AD3-F8F2-F42B-2EEE-220E6FE9C358}"/>
          </ac:picMkLst>
        </pc:picChg>
      </pc:sldChg>
      <pc:sldChg chg="new del">
        <pc:chgData name="Manohar Shetty Pinnamshetty, Vodafone" userId="9964b9d9-867f-40e6-9922-e18b51739956" providerId="ADAL" clId="{54683784-375E-4944-9796-6AA1631F231A}" dt="2025-08-20T05:53:34.987" v="1" actId="2696"/>
        <pc:sldMkLst>
          <pc:docMk/>
          <pc:sldMk cId="2802021599" sldId="258"/>
        </pc:sldMkLst>
      </pc:sldChg>
      <pc:sldChg chg="addSp delSp modSp new mod">
        <pc:chgData name="Manohar Shetty Pinnamshetty, Vodafone" userId="9964b9d9-867f-40e6-9922-e18b51739956" providerId="ADAL" clId="{54683784-375E-4944-9796-6AA1631F231A}" dt="2025-08-20T07:07:28.571" v="1173" actId="1076"/>
        <pc:sldMkLst>
          <pc:docMk/>
          <pc:sldMk cId="73465320" sldId="259"/>
        </pc:sldMkLst>
        <pc:spChg chg="add del mod">
          <ac:chgData name="Manohar Shetty Pinnamshetty, Vodafone" userId="9964b9d9-867f-40e6-9922-e18b51739956" providerId="ADAL" clId="{54683784-375E-4944-9796-6AA1631F231A}" dt="2025-08-20T06:08:40.593" v="629" actId="478"/>
          <ac:spMkLst>
            <pc:docMk/>
            <pc:sldMk cId="73465320" sldId="259"/>
            <ac:spMk id="2" creationId="{466D7E0E-A810-AEBE-8EAC-B871C271C51C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24.368" v="1172" actId="164"/>
          <ac:spMkLst>
            <pc:docMk/>
            <pc:sldMk cId="73465320" sldId="259"/>
            <ac:spMk id="3" creationId="{F129C8CB-A546-7DF8-82B5-026FCEF103AE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24.368" v="1172" actId="164"/>
          <ac:spMkLst>
            <pc:docMk/>
            <pc:sldMk cId="73465320" sldId="259"/>
            <ac:spMk id="4" creationId="{33A71FAE-B662-DA20-31A4-F89B4DA9B57B}"/>
          </ac:spMkLst>
        </pc:spChg>
        <pc:spChg chg="add mod">
          <ac:chgData name="Manohar Shetty Pinnamshetty, Vodafone" userId="9964b9d9-867f-40e6-9922-e18b51739956" providerId="ADAL" clId="{54683784-375E-4944-9796-6AA1631F231A}" dt="2025-08-20T06:38:28.865" v="1049"/>
          <ac:spMkLst>
            <pc:docMk/>
            <pc:sldMk cId="73465320" sldId="259"/>
            <ac:spMk id="11" creationId="{A2E8EF0F-6F95-8E44-93C0-7DE0B7DA7EBA}"/>
          </ac:spMkLst>
        </pc:spChg>
        <pc:spChg chg="add mod modCrop">
          <ac:chgData name="Manohar Shetty Pinnamshetty, Vodafone" userId="9964b9d9-867f-40e6-9922-e18b51739956" providerId="ADAL" clId="{54683784-375E-4944-9796-6AA1631F231A}" dt="2025-08-20T07:07:24.368" v="1172" actId="164"/>
          <ac:spMkLst>
            <pc:docMk/>
            <pc:sldMk cId="73465320" sldId="259"/>
            <ac:spMk id="12" creationId="{F1E9316D-E26E-9E55-E54D-D30974CA17B5}"/>
          </ac:spMkLst>
        </pc:spChg>
        <pc:grpChg chg="add mod">
          <ac:chgData name="Manohar Shetty Pinnamshetty, Vodafone" userId="9964b9d9-867f-40e6-9922-e18b51739956" providerId="ADAL" clId="{54683784-375E-4944-9796-6AA1631F231A}" dt="2025-08-20T07:07:28.571" v="1173" actId="1076"/>
          <ac:grpSpMkLst>
            <pc:docMk/>
            <pc:sldMk cId="73465320" sldId="259"/>
            <ac:grpSpMk id="13" creationId="{D6DB8D8A-4B13-5BDC-0A3B-FF76A159EA59}"/>
          </ac:grpSpMkLst>
        </pc:grpChg>
        <pc:graphicFrameChg chg="add mod">
          <ac:chgData name="Manohar Shetty Pinnamshetty, Vodafone" userId="9964b9d9-867f-40e6-9922-e18b51739956" providerId="ADAL" clId="{54683784-375E-4944-9796-6AA1631F231A}" dt="2025-08-20T06:14:30.442" v="709"/>
          <ac:graphicFrameMkLst>
            <pc:docMk/>
            <pc:sldMk cId="73465320" sldId="259"/>
            <ac:graphicFrameMk id="5" creationId="{004B298C-C06E-B975-045A-BDC16CC24A84}"/>
          </ac:graphicFrameMkLst>
        </pc:graphicFrameChg>
        <pc:graphicFrameChg chg="add mod">
          <ac:chgData name="Manohar Shetty Pinnamshetty, Vodafone" userId="9964b9d9-867f-40e6-9922-e18b51739956" providerId="ADAL" clId="{54683784-375E-4944-9796-6AA1631F231A}" dt="2025-08-20T06:14:34.069" v="710"/>
          <ac:graphicFrameMkLst>
            <pc:docMk/>
            <pc:sldMk cId="73465320" sldId="259"/>
            <ac:graphicFrameMk id="6" creationId="{B87E51E1-DEB3-21BA-F060-9CCC42963169}"/>
          </ac:graphicFrameMkLst>
        </pc:graphicFrameChg>
        <pc:graphicFrameChg chg="add mod">
          <ac:chgData name="Manohar Shetty Pinnamshetty, Vodafone" userId="9964b9d9-867f-40e6-9922-e18b51739956" providerId="ADAL" clId="{54683784-375E-4944-9796-6AA1631F231A}" dt="2025-08-20T06:14:37.655" v="711"/>
          <ac:graphicFrameMkLst>
            <pc:docMk/>
            <pc:sldMk cId="73465320" sldId="259"/>
            <ac:graphicFrameMk id="7" creationId="{806E0AE5-3960-D064-8835-6BF24732D597}"/>
          </ac:graphicFrameMkLst>
        </pc:graphicFrameChg>
        <pc:graphicFrameChg chg="add mod">
          <ac:chgData name="Manohar Shetty Pinnamshetty, Vodafone" userId="9964b9d9-867f-40e6-9922-e18b51739956" providerId="ADAL" clId="{54683784-375E-4944-9796-6AA1631F231A}" dt="2025-08-20T06:15:50.918" v="783"/>
          <ac:graphicFrameMkLst>
            <pc:docMk/>
            <pc:sldMk cId="73465320" sldId="259"/>
            <ac:graphicFrameMk id="8" creationId="{D955C58F-30D7-6C74-6204-F9821474FA91}"/>
          </ac:graphicFrameMkLst>
        </pc:graphicFrameChg>
        <pc:graphicFrameChg chg="add mod">
          <ac:chgData name="Manohar Shetty Pinnamshetty, Vodafone" userId="9964b9d9-867f-40e6-9922-e18b51739956" providerId="ADAL" clId="{54683784-375E-4944-9796-6AA1631F231A}" dt="2025-08-20T06:19:11.846" v="873"/>
          <ac:graphicFrameMkLst>
            <pc:docMk/>
            <pc:sldMk cId="73465320" sldId="259"/>
            <ac:graphicFrameMk id="9" creationId="{C173194F-A265-C102-AC2E-B67B9323DC9B}"/>
          </ac:graphicFrameMkLst>
        </pc:graphicFrameChg>
        <pc:picChg chg="add mod">
          <ac:chgData name="Manohar Shetty Pinnamshetty, Vodafone" userId="9964b9d9-867f-40e6-9922-e18b51739956" providerId="ADAL" clId="{54683784-375E-4944-9796-6AA1631F231A}" dt="2025-08-20T06:38:23.698" v="1048"/>
          <ac:picMkLst>
            <pc:docMk/>
            <pc:sldMk cId="73465320" sldId="259"/>
            <ac:picMk id="10" creationId="{480AD7BE-4EE4-4A1A-9D19-21E3C6B2DAED}"/>
          </ac:picMkLst>
        </pc:picChg>
      </pc:sldChg>
      <pc:sldChg chg="addSp delSp modSp add mod">
        <pc:chgData name="Manohar Shetty Pinnamshetty, Vodafone" userId="9964b9d9-867f-40e6-9922-e18b51739956" providerId="ADAL" clId="{54683784-375E-4944-9796-6AA1631F231A}" dt="2025-08-20T07:08:16.376" v="1182" actId="14100"/>
        <pc:sldMkLst>
          <pc:docMk/>
          <pc:sldMk cId="758138998" sldId="260"/>
        </pc:sldMkLst>
        <pc:spChg chg="add mod">
          <ac:chgData name="Manohar Shetty Pinnamshetty, Vodafone" userId="9964b9d9-867f-40e6-9922-e18b51739956" providerId="ADAL" clId="{54683784-375E-4944-9796-6AA1631F231A}" dt="2025-08-20T07:07:44.029" v="1175" actId="164"/>
          <ac:spMkLst>
            <pc:docMk/>
            <pc:sldMk cId="758138998" sldId="260"/>
            <ac:spMk id="2" creationId="{9F16098E-DF8C-8954-7E99-DDA52C225933}"/>
          </ac:spMkLst>
        </pc:spChg>
        <pc:spChg chg="del">
          <ac:chgData name="Manohar Shetty Pinnamshetty, Vodafone" userId="9964b9d9-867f-40e6-9922-e18b51739956" providerId="ADAL" clId="{54683784-375E-4944-9796-6AA1631F231A}" dt="2025-08-20T06:23:47.944" v="881" actId="478"/>
          <ac:spMkLst>
            <pc:docMk/>
            <pc:sldMk cId="758138998" sldId="260"/>
            <ac:spMk id="3" creationId="{562BE729-E7F4-D07B-C994-69740F308994}"/>
          </ac:spMkLst>
        </pc:spChg>
        <pc:spChg chg="del">
          <ac:chgData name="Manohar Shetty Pinnamshetty, Vodafone" userId="9964b9d9-867f-40e6-9922-e18b51739956" providerId="ADAL" clId="{54683784-375E-4944-9796-6AA1631F231A}" dt="2025-08-20T06:23:44.999" v="880" actId="478"/>
          <ac:spMkLst>
            <pc:docMk/>
            <pc:sldMk cId="758138998" sldId="260"/>
            <ac:spMk id="4" creationId="{BB649135-1D85-3B39-B584-2EB604FCB5AA}"/>
          </ac:spMkLst>
        </pc:spChg>
        <pc:spChg chg="add mod">
          <ac:chgData name="Manohar Shetty Pinnamshetty, Vodafone" userId="9964b9d9-867f-40e6-9922-e18b51739956" providerId="ADAL" clId="{54683784-375E-4944-9796-6AA1631F231A}" dt="2025-08-20T07:07:44.029" v="1175" actId="164"/>
          <ac:spMkLst>
            <pc:docMk/>
            <pc:sldMk cId="758138998" sldId="260"/>
            <ac:spMk id="5" creationId="{8DD9D526-24A3-E243-E3A9-CA82DEF1CB8A}"/>
          </ac:spMkLst>
        </pc:spChg>
        <pc:spChg chg="add mod">
          <ac:chgData name="Manohar Shetty Pinnamshetty, Vodafone" userId="9964b9d9-867f-40e6-9922-e18b51739956" providerId="ADAL" clId="{54683784-375E-4944-9796-6AA1631F231A}" dt="2025-08-20T07:08:16.376" v="1182" actId="14100"/>
          <ac:spMkLst>
            <pc:docMk/>
            <pc:sldMk cId="758138998" sldId="260"/>
            <ac:spMk id="6" creationId="{8445947A-5FE0-9D16-CFDE-C556804C0F65}"/>
          </ac:spMkLst>
        </pc:spChg>
        <pc:spChg chg="add mod">
          <ac:chgData name="Manohar Shetty Pinnamshetty, Vodafone" userId="9964b9d9-867f-40e6-9922-e18b51739956" providerId="ADAL" clId="{54683784-375E-4944-9796-6AA1631F231A}" dt="2025-08-20T06:38:33.974" v="1050"/>
          <ac:spMkLst>
            <pc:docMk/>
            <pc:sldMk cId="758138998" sldId="260"/>
            <ac:spMk id="10" creationId="{84AEC961-0BF3-62DE-B55C-F888B66529EC}"/>
          </ac:spMkLst>
        </pc:spChg>
        <pc:grpChg chg="add mod">
          <ac:chgData name="Manohar Shetty Pinnamshetty, Vodafone" userId="9964b9d9-867f-40e6-9922-e18b51739956" providerId="ADAL" clId="{54683784-375E-4944-9796-6AA1631F231A}" dt="2025-08-20T07:07:51.907" v="1176" actId="1076"/>
          <ac:grpSpMkLst>
            <pc:docMk/>
            <pc:sldMk cId="758138998" sldId="260"/>
            <ac:grpSpMk id="11" creationId="{CA58CD6A-D060-D9E4-8A7A-5A414753C7D1}"/>
          </ac:grpSpMkLst>
        </pc:grpChg>
        <pc:picChg chg="add mod">
          <ac:chgData name="Manohar Shetty Pinnamshetty, Vodafone" userId="9964b9d9-867f-40e6-9922-e18b51739956" providerId="ADAL" clId="{54683784-375E-4944-9796-6AA1631F231A}" dt="2025-08-20T07:07:44.029" v="1175" actId="164"/>
          <ac:picMkLst>
            <pc:docMk/>
            <pc:sldMk cId="758138998" sldId="260"/>
            <ac:picMk id="8" creationId="{070EB9C8-3CFB-5A52-EADB-B9859B07D575}"/>
          </ac:picMkLst>
        </pc:picChg>
        <pc:picChg chg="add mod">
          <ac:chgData name="Manohar Shetty Pinnamshetty, Vodafone" userId="9964b9d9-867f-40e6-9922-e18b51739956" providerId="ADAL" clId="{54683784-375E-4944-9796-6AA1631F231A}" dt="2025-08-20T06:38:33.974" v="1050"/>
          <ac:picMkLst>
            <pc:docMk/>
            <pc:sldMk cId="758138998" sldId="260"/>
            <ac:picMk id="9" creationId="{66694EF2-9F1B-D6C3-516A-FD693B013680}"/>
          </ac:picMkLst>
        </pc:picChg>
      </pc:sldChg>
      <pc:sldChg chg="add del">
        <pc:chgData name="Manohar Shetty Pinnamshetty, Vodafone" userId="9964b9d9-867f-40e6-9922-e18b51739956" providerId="ADAL" clId="{54683784-375E-4944-9796-6AA1631F231A}" dt="2025-08-20T06:23:51.880" v="883"/>
        <pc:sldMkLst>
          <pc:docMk/>
          <pc:sldMk cId="3589834538" sldId="261"/>
        </pc:sldMkLst>
      </pc:sldChg>
      <pc:sldMasterChg chg="addSp">
        <pc:chgData name="Manohar Shetty Pinnamshetty, Vodafone" userId="9964b9d9-867f-40e6-9922-e18b51739956" providerId="ADAL" clId="{54683784-375E-4944-9796-6AA1631F231A}" dt="2025-08-20T06:40:50.258" v="1083"/>
        <pc:sldMasterMkLst>
          <pc:docMk/>
          <pc:sldMasterMk cId="863734038" sldId="2147483660"/>
        </pc:sldMasterMkLst>
        <pc:spChg chg="add">
          <ac:chgData name="Manohar Shetty Pinnamshetty, Vodafone" userId="9964b9d9-867f-40e6-9922-e18b51739956" providerId="ADAL" clId="{54683784-375E-4944-9796-6AA1631F231A}" dt="2025-08-20T06:40:50.258" v="1083"/>
          <ac:spMkLst>
            <pc:docMk/>
            <pc:sldMasterMk cId="863734038" sldId="2147483660"/>
            <ac:spMk id="9" creationId="{4668DA50-64F2-BE0B-9112-4C7AA2830CE3}"/>
          </ac:spMkLst>
        </pc:spChg>
      </pc:sldMasterChg>
      <pc:sldMasterChg chg="addSp">
        <pc:chgData name="Manohar Shetty Pinnamshetty, Vodafone" userId="9964b9d9-867f-40e6-9922-e18b51739956" providerId="ADAL" clId="{54683784-375E-4944-9796-6AA1631F231A}" dt="2025-08-20T06:41:09.111" v="1084"/>
        <pc:sldMasterMkLst>
          <pc:docMk/>
          <pc:sldMasterMk cId="2690145571" sldId="2147483672"/>
        </pc:sldMasterMkLst>
        <pc:spChg chg="add">
          <ac:chgData name="Manohar Shetty Pinnamshetty, Vodafone" userId="9964b9d9-867f-40e6-9922-e18b51739956" providerId="ADAL" clId="{54683784-375E-4944-9796-6AA1631F231A}" dt="2025-08-20T06:41:09.111" v="1084"/>
          <ac:spMkLst>
            <pc:docMk/>
            <pc:sldMasterMk cId="2690145571" sldId="2147483672"/>
            <ac:spMk id="7" creationId="{F432CCFC-B9A2-D9A7-10A3-43E6809F19C6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924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6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137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6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42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90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8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77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97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73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06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7490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250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50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36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003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87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82592-FBE5-425E-862C-0FB8C9CB015C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DC456-BA8F-4B53-B480-7B1143E142E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2CCFC-B9A2-D9A7-10A3-43E6809F19C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60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6901455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2B2BD1B-A979-D58D-87D0-BD3A772253C9}"/>
              </a:ext>
            </a:extLst>
          </p:cNvPr>
          <p:cNvGrpSpPr/>
          <p:nvPr/>
        </p:nvGrpSpPr>
        <p:grpSpPr>
          <a:xfrm>
            <a:off x="561475" y="264641"/>
            <a:ext cx="10844463" cy="6164340"/>
            <a:chOff x="561475" y="-270848"/>
            <a:chExt cx="10844463" cy="616434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AF8BC70-8D9B-9E94-5674-C011C0472D4B}"/>
                </a:ext>
              </a:extLst>
            </p:cNvPr>
            <p:cNvGrpSpPr/>
            <p:nvPr/>
          </p:nvGrpSpPr>
          <p:grpSpPr>
            <a:xfrm>
              <a:off x="561475" y="-270848"/>
              <a:ext cx="10844463" cy="6039082"/>
              <a:chOff x="413251" y="-1536"/>
              <a:chExt cx="10844463" cy="603908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D1B5F437-B9F0-7913-BCB1-48D1380ED6DA}"/>
                  </a:ext>
                </a:extLst>
              </p:cNvPr>
              <p:cNvSpPr/>
              <p:nvPr/>
            </p:nvSpPr>
            <p:spPr>
              <a:xfrm>
                <a:off x="413251" y="-1536"/>
                <a:ext cx="10844463" cy="39832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000" dirty="0"/>
                  <a:t>Kubernetes Cluster Monitoring and Custom Alert Management with Prometheus, Grafana, and Alert manager</a:t>
                </a:r>
                <a:endParaRPr lang="en-US" sz="5600" dirty="0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DCD8765-728E-9DA1-6C14-5E8E1112CAE8}"/>
                  </a:ext>
                </a:extLst>
              </p:cNvPr>
              <p:cNvSpPr/>
              <p:nvPr/>
            </p:nvSpPr>
            <p:spPr>
              <a:xfrm>
                <a:off x="3428480" y="3958226"/>
                <a:ext cx="2636728" cy="2079320"/>
              </a:xfrm>
              <a:prstGeom prst="rect">
                <a:avLst/>
              </a:prstGeom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 l="-27169" t="-8911" r="-244357" b="-29703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EEF74A-9090-4A19-730F-6608163E122C}"/>
                  </a:ext>
                </a:extLst>
              </p:cNvPr>
              <p:cNvSpPr/>
              <p:nvPr/>
            </p:nvSpPr>
            <p:spPr>
              <a:xfrm>
                <a:off x="6274496" y="4271375"/>
                <a:ext cx="1983288" cy="1766171"/>
              </a:xfrm>
              <a:prstGeom prst="rect">
                <a:avLst/>
              </a:prstGeom>
              <a:blipFill dpi="0"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E86D4A-8B5F-B86A-4E78-D97EEFB63B56}"/>
                </a:ext>
              </a:extLst>
            </p:cNvPr>
            <p:cNvSpPr/>
            <p:nvPr/>
          </p:nvSpPr>
          <p:spPr>
            <a:xfrm>
              <a:off x="8824585" y="4002064"/>
              <a:ext cx="1983287" cy="1697276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286256" t="-47375" r="-289360" b="-108979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B336158-B376-E781-B993-CDDB452A94D5}"/>
                </a:ext>
              </a:extLst>
            </p:cNvPr>
            <p:cNvSpPr/>
            <p:nvPr/>
          </p:nvSpPr>
          <p:spPr>
            <a:xfrm>
              <a:off x="1384128" y="3814172"/>
              <a:ext cx="1983288" cy="2079320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539339" t="-36793" r="-119945" b="-93307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0052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9A8F276-75E3-BC10-B60F-0483BF341116}"/>
              </a:ext>
            </a:extLst>
          </p:cNvPr>
          <p:cNvGrpSpPr/>
          <p:nvPr/>
        </p:nvGrpSpPr>
        <p:grpSpPr>
          <a:xfrm>
            <a:off x="484472" y="437902"/>
            <a:ext cx="11460478" cy="5869901"/>
            <a:chOff x="484472" y="437902"/>
            <a:chExt cx="11460478" cy="58699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07DBF0D-3078-F925-6727-14BA55EEBEC7}"/>
                </a:ext>
              </a:extLst>
            </p:cNvPr>
            <p:cNvSpPr/>
            <p:nvPr/>
          </p:nvSpPr>
          <p:spPr>
            <a:xfrm>
              <a:off x="1493939" y="437902"/>
              <a:ext cx="10083580" cy="687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400" b="1" u="sng" dirty="0">
                  <a:solidFill>
                    <a:schemeClr val="tx1"/>
                  </a:solidFill>
                </a:rPr>
                <a:t>Cluster Monitoring using Prometheus Stack</a:t>
              </a:r>
              <a:endParaRPr lang="en-US" sz="3400" b="1" u="sng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9DDB390-B31B-E774-B34F-88B02E7AF9B4}"/>
                </a:ext>
              </a:extLst>
            </p:cNvPr>
            <p:cNvSpPr/>
            <p:nvPr/>
          </p:nvSpPr>
          <p:spPr>
            <a:xfrm>
              <a:off x="484472" y="1341453"/>
              <a:ext cx="7950468" cy="4966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tx1"/>
                  </a:solidFill>
                </a:rPr>
                <a:t>Prometheus Stack is already installed in the cluster.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tx1"/>
                  </a:solidFill>
                </a:rPr>
                <a:t>Create a Prometheus Rule containing the desired alert rules.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tx1"/>
                  </a:solidFill>
                </a:rPr>
                <a:t>Create &amp; Apply the rules to the cluster.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tx1"/>
                  </a:solidFill>
                </a:rPr>
                <a:t>Monitor the alerts in Alert manager when incidents occur (e.g., Pending Pods, CrashLoopBackOff).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tx1"/>
                  </a:solidFill>
                </a:rPr>
                <a:t>Configure alertmanager.yaml to route alerts to email, or other notification channels according to requirements.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FDDB012-7D61-5614-5941-85A4E2182CFA}"/>
                </a:ext>
              </a:extLst>
            </p:cNvPr>
            <p:cNvSpPr/>
            <p:nvPr/>
          </p:nvSpPr>
          <p:spPr>
            <a:xfrm>
              <a:off x="8598567" y="2181725"/>
              <a:ext cx="3346383" cy="3320599"/>
            </a:xfrm>
            <a:prstGeom prst="rect">
              <a:avLst/>
            </a:prstGeom>
            <a:blipFill dpi="0" rotWithShape="1">
              <a:blip r:embed="rId2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514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8542-CE38-1833-3C05-A22EEDFD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9E0D661-6D56-C3A9-130D-279D045800E7}"/>
              </a:ext>
            </a:extLst>
          </p:cNvPr>
          <p:cNvGrpSpPr/>
          <p:nvPr/>
        </p:nvGrpSpPr>
        <p:grpSpPr>
          <a:xfrm>
            <a:off x="484472" y="206589"/>
            <a:ext cx="11221385" cy="6101214"/>
            <a:chOff x="484472" y="206589"/>
            <a:chExt cx="11221385" cy="61012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298E1EC-1AFF-06CE-8CEE-37F0A94FDA3E}"/>
                </a:ext>
              </a:extLst>
            </p:cNvPr>
            <p:cNvSpPr/>
            <p:nvPr/>
          </p:nvSpPr>
          <p:spPr>
            <a:xfrm>
              <a:off x="1622277" y="206589"/>
              <a:ext cx="10083580" cy="687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400" b="1" u="sng" dirty="0">
                  <a:solidFill>
                    <a:schemeClr val="tx1"/>
                  </a:solidFill>
                </a:rPr>
                <a:t>Some of the </a:t>
              </a:r>
              <a:r>
                <a:rPr lang="en-US" sz="3600" b="1" u="sng" dirty="0">
                  <a:solidFill>
                    <a:schemeClr val="tx1"/>
                  </a:solidFill>
                </a:rPr>
                <a:t>default</a:t>
              </a:r>
              <a:r>
                <a:rPr lang="en-US" sz="3400" b="1" u="sng" dirty="0">
                  <a:solidFill>
                    <a:schemeClr val="tx1"/>
                  </a:solidFill>
                </a:rPr>
                <a:t> alerts via Helm Chart</a:t>
              </a:r>
              <a:endParaRPr lang="en-US" sz="3400" b="1" u="sng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4F8C14A-E232-87A3-200A-2BC8736CCCC6}"/>
                </a:ext>
              </a:extLst>
            </p:cNvPr>
            <p:cNvSpPr/>
            <p:nvPr/>
          </p:nvSpPr>
          <p:spPr>
            <a:xfrm>
              <a:off x="484472" y="1341453"/>
              <a:ext cx="7950468" cy="49663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50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6F5B38CF-283F-D76B-662E-EAB572D16386}"/>
              </a:ext>
            </a:extLst>
          </p:cNvPr>
          <p:cNvSpPr/>
          <p:nvPr/>
        </p:nvSpPr>
        <p:spPr>
          <a:xfrm>
            <a:off x="836213" y="910890"/>
            <a:ext cx="9639282" cy="59471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900" dirty="0"/>
              <a:t>1. </a:t>
            </a:r>
            <a:r>
              <a:rPr lang="en-US" sz="1900" u="sng" dirty="0"/>
              <a:t>Node Alerts</a:t>
            </a:r>
          </a:p>
          <a:p>
            <a:r>
              <a:rPr lang="en-US" sz="1900" dirty="0" err="1"/>
              <a:t>KubeNodeDiskPressure</a:t>
            </a:r>
            <a:r>
              <a:rPr lang="en-US" sz="1900" dirty="0"/>
              <a:t> → Node disk pressure detected.</a:t>
            </a:r>
          </a:p>
          <a:p>
            <a:r>
              <a:rPr lang="en-US" sz="1900" dirty="0" err="1"/>
              <a:t>KubeNodeMemoryPressure</a:t>
            </a:r>
            <a:r>
              <a:rPr lang="en-US" sz="1900" dirty="0"/>
              <a:t> → Node memory pressure detected.</a:t>
            </a:r>
          </a:p>
          <a:p>
            <a:r>
              <a:rPr lang="en-US" sz="1900" dirty="0"/>
              <a:t>KubeNodeNetworkUnavailable → Node network is unavailable.</a:t>
            </a:r>
          </a:p>
          <a:p>
            <a:endParaRPr lang="en-US" sz="1900" dirty="0"/>
          </a:p>
          <a:p>
            <a:r>
              <a:rPr lang="en-US" sz="1900" dirty="0"/>
              <a:t>2. </a:t>
            </a:r>
            <a:r>
              <a:rPr lang="en-US" sz="1900" u="sng" dirty="0"/>
              <a:t>Pod &amp; Container Alerts</a:t>
            </a:r>
          </a:p>
          <a:p>
            <a:r>
              <a:rPr lang="en-US" sz="1900" dirty="0"/>
              <a:t>KubePodCrashLooping → Pod in CrashLoopBackOff.</a:t>
            </a:r>
          </a:p>
          <a:p>
            <a:r>
              <a:rPr lang="en-US" sz="1900" dirty="0"/>
              <a:t>KubePodNotReady → Pod not ready for a certain time.</a:t>
            </a:r>
          </a:p>
          <a:p>
            <a:r>
              <a:rPr lang="en-US" sz="1900" dirty="0"/>
              <a:t>KubePodContainerWaiting → Container waiting for too long.</a:t>
            </a:r>
          </a:p>
          <a:p>
            <a:r>
              <a:rPr lang="en-US" sz="1900" dirty="0"/>
              <a:t>KubePodImagePullBackOff → Pod stuck pulling image.</a:t>
            </a:r>
          </a:p>
          <a:p>
            <a:endParaRPr lang="en-US" sz="1900" dirty="0"/>
          </a:p>
          <a:p>
            <a:r>
              <a:rPr lang="en-US" sz="1900" dirty="0"/>
              <a:t>3. </a:t>
            </a:r>
            <a:r>
              <a:rPr lang="en-US" sz="1900" u="sng" dirty="0"/>
              <a:t>Deployment / </a:t>
            </a:r>
            <a:r>
              <a:rPr lang="en-US" sz="1900" u="sng" dirty="0" err="1"/>
              <a:t>ReplicaSet</a:t>
            </a:r>
            <a:r>
              <a:rPr lang="en-US" sz="1900" u="sng" dirty="0"/>
              <a:t> Alerts</a:t>
            </a:r>
          </a:p>
          <a:p>
            <a:r>
              <a:rPr lang="en-US" sz="1900" dirty="0"/>
              <a:t>KubeDeploymentReplicasMismatch → Desired vs available replicas mismatch.</a:t>
            </a:r>
          </a:p>
          <a:p>
            <a:r>
              <a:rPr lang="en-US" sz="1900" dirty="0"/>
              <a:t>KubeStatefulSetReplicasMismatch → StatefulSet replicas mismatch.</a:t>
            </a:r>
          </a:p>
          <a:p>
            <a:endParaRPr lang="en-US" sz="1900" dirty="0"/>
          </a:p>
          <a:p>
            <a:r>
              <a:rPr lang="en-US" sz="1900" dirty="0"/>
              <a:t>4. </a:t>
            </a:r>
            <a:r>
              <a:rPr lang="en-US" sz="1900" u="sng" dirty="0"/>
              <a:t>Cluster / API Server Alerts</a:t>
            </a:r>
          </a:p>
          <a:p>
            <a:r>
              <a:rPr lang="en-US" sz="1900" dirty="0"/>
              <a:t>KubeAPIDown → API server unreachable</a:t>
            </a:r>
          </a:p>
          <a:p>
            <a:r>
              <a:rPr lang="en-US" sz="1900" dirty="0"/>
              <a:t>KubeSchedulerDown → Scheduler not running.</a:t>
            </a:r>
          </a:p>
          <a:p>
            <a:r>
              <a:rPr lang="en-US" sz="1900" dirty="0"/>
              <a:t>KubeControllerManagerDown → Controller manager not running.</a:t>
            </a:r>
            <a:br>
              <a:rPr lang="en-US" sz="1900" dirty="0"/>
            </a:br>
            <a:endParaRPr lang="en-US" sz="19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9995B7-9EBE-B3B1-7C2A-C7E946C6A285}"/>
              </a:ext>
            </a:extLst>
          </p:cNvPr>
          <p:cNvSpPr/>
          <p:nvPr/>
        </p:nvSpPr>
        <p:spPr>
          <a:xfrm>
            <a:off x="8261685" y="910890"/>
            <a:ext cx="3785936" cy="3548815"/>
          </a:xfrm>
          <a:prstGeom prst="rect">
            <a:avLst/>
          </a:prstGeom>
          <a:blipFill dpi="0" rotWithShape="1">
            <a:blip r:embed="rId2"/>
            <a:srcRect/>
            <a:stretch>
              <a:fillRect t="-3558" b="-542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061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65995E-95FD-3ED2-8778-213A8088C89A}"/>
              </a:ext>
            </a:extLst>
          </p:cNvPr>
          <p:cNvSpPr/>
          <p:nvPr/>
        </p:nvSpPr>
        <p:spPr>
          <a:xfrm>
            <a:off x="1222406" y="200373"/>
            <a:ext cx="8671599" cy="6338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u="sng" dirty="0">
                <a:solidFill>
                  <a:schemeClr val="tx1"/>
                </a:solidFill>
              </a:rPr>
              <a:t>Sample Prometheus Rule for Alerts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E5E7FF-3A51-8C70-22A0-A5A6E3B9BB0E}"/>
              </a:ext>
            </a:extLst>
          </p:cNvPr>
          <p:cNvSpPr/>
          <p:nvPr/>
        </p:nvSpPr>
        <p:spPr>
          <a:xfrm>
            <a:off x="7836605" y="1696910"/>
            <a:ext cx="4114800" cy="287509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976" b="-19994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2FF9F7-6328-F385-8B98-48FCF65C90DB}"/>
              </a:ext>
            </a:extLst>
          </p:cNvPr>
          <p:cNvSpPr/>
          <p:nvPr/>
        </p:nvSpPr>
        <p:spPr>
          <a:xfrm>
            <a:off x="347234" y="1171550"/>
            <a:ext cx="7489371" cy="52219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apiVersion: monitoring.coreos.com/v1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kind: PrometheusRule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metadata: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name: k8s-alerts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spec: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groups: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- name: pod-alerts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rules: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- alert: CrashLoopBackOff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expr: kube_pod_container_status_waiting_reason{reason="CrashLoopBackOff"} &gt; 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for: 2m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labels: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  severity: warning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annotations: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       summary: "Pod {{ $</a:t>
            </a:r>
            <a:r>
              <a:rPr lang="en-US" altLang="en-US" sz="2200" dirty="0" err="1">
                <a:solidFill>
                  <a:schemeClr val="tx1"/>
                </a:solidFill>
                <a:latin typeface="Arial" panose="020B0604020202020204" pitchFamily="34" charset="0"/>
              </a:rPr>
              <a:t>labels.pod</a:t>
            </a:r>
            <a:r>
              <a:rPr lang="en-US" altLang="en-US" sz="2200" dirty="0">
                <a:solidFill>
                  <a:schemeClr val="tx1"/>
                </a:solidFill>
                <a:latin typeface="Arial" panose="020B0604020202020204" pitchFamily="34" charset="0"/>
              </a:rPr>
              <a:t> }} is crashing"</a:t>
            </a:r>
          </a:p>
          <a:p>
            <a:pPr algn="ctr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38224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2401-2097-1CA0-A739-8A3241E0A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34D5594-F888-5AA8-35E3-2DA37F8E04EA}"/>
              </a:ext>
            </a:extLst>
          </p:cNvPr>
          <p:cNvGrpSpPr/>
          <p:nvPr/>
        </p:nvGrpSpPr>
        <p:grpSpPr>
          <a:xfrm>
            <a:off x="504131" y="246093"/>
            <a:ext cx="11183738" cy="5651439"/>
            <a:chOff x="504131" y="246093"/>
            <a:chExt cx="11183738" cy="56514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47D6E18-87E0-1D4A-1BCA-E35160C077A2}"/>
                </a:ext>
              </a:extLst>
            </p:cNvPr>
            <p:cNvGrpSpPr/>
            <p:nvPr/>
          </p:nvGrpSpPr>
          <p:grpSpPr>
            <a:xfrm>
              <a:off x="1609821" y="246093"/>
              <a:ext cx="10078048" cy="5651439"/>
              <a:chOff x="1716153" y="428973"/>
              <a:chExt cx="9735617" cy="538577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954F43A-E30E-46BF-B486-BDD4507D89FD}"/>
                  </a:ext>
                </a:extLst>
              </p:cNvPr>
              <p:cNvSpPr/>
              <p:nvPr/>
            </p:nvSpPr>
            <p:spPr>
              <a:xfrm>
                <a:off x="1716153" y="428973"/>
                <a:ext cx="8759693" cy="87085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sz="3600" b="1" u="sng" dirty="0">
                    <a:solidFill>
                      <a:schemeClr val="tx1"/>
                    </a:solidFill>
                  </a:rPr>
                  <a:t>Alert Routing via </a:t>
                </a:r>
                <a:r>
                  <a:rPr lang="en-US" sz="3600" b="1" u="sng" dirty="0" err="1">
                    <a:solidFill>
                      <a:schemeClr val="tx1"/>
                    </a:solidFill>
                  </a:rPr>
                  <a:t>Alertmanager.yaml</a:t>
                </a:r>
                <a:endParaRPr lang="en-US" sz="3600" b="1" u="sng" dirty="0">
                  <a:solidFill>
                    <a:schemeClr val="tx1"/>
                  </a:solidFill>
                </a:endParaRPr>
              </a:p>
              <a:p>
                <a:br>
                  <a:rPr lang="en-US" sz="2400" dirty="0"/>
                </a:br>
                <a:endParaRPr lang="en-US" sz="2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BF63153-805A-85A4-8A68-EF23033B3FD5}"/>
                  </a:ext>
                </a:extLst>
              </p:cNvPr>
              <p:cNvSpPr/>
              <p:nvPr/>
            </p:nvSpPr>
            <p:spPr>
              <a:xfrm>
                <a:off x="6096000" y="1514893"/>
                <a:ext cx="5355770" cy="4299858"/>
              </a:xfrm>
              <a:prstGeom prst="rect">
                <a:avLst/>
              </a:prstGeom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5AF1364-E48F-23E8-EA9C-6C28B818951C}"/>
                </a:ext>
              </a:extLst>
            </p:cNvPr>
            <p:cNvSpPr/>
            <p:nvPr/>
          </p:nvSpPr>
          <p:spPr>
            <a:xfrm>
              <a:off x="504131" y="1848046"/>
              <a:ext cx="5639589" cy="404948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global: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smtp_smarthost</a:t>
              </a:r>
              <a:r>
                <a:rPr lang="en-US" dirty="0"/>
                <a:t>: "smtp.gmail.com:587"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smtp_from</a:t>
              </a:r>
              <a:r>
                <a:rPr lang="en-US" dirty="0"/>
                <a:t>: "tradingcontentdrive@gmail.com"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smtp_auth_username</a:t>
              </a:r>
              <a:r>
                <a:rPr lang="en-US" dirty="0"/>
                <a:t>: "tradingcontentdrive@gmail.com"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smtp_auth_password</a:t>
              </a:r>
              <a:r>
                <a:rPr lang="en-US" dirty="0"/>
                <a:t>: "</a:t>
              </a:r>
              <a:r>
                <a:rPr lang="en-US" dirty="0" err="1"/>
                <a:t>nzigqiwkcwyctkul</a:t>
              </a:r>
              <a:r>
                <a:rPr lang="en-US" dirty="0"/>
                <a:t>"</a:t>
              </a:r>
              <a:br>
                <a:rPr lang="en-US" dirty="0"/>
              </a:br>
              <a:r>
                <a:rPr lang="en-US" dirty="0"/>
                <a:t>route: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group_by</a:t>
              </a:r>
              <a:r>
                <a:rPr lang="en-US" dirty="0"/>
                <a:t>: ["</a:t>
              </a:r>
              <a:r>
                <a:rPr lang="en-US" dirty="0" err="1"/>
                <a:t>alertname</a:t>
              </a:r>
              <a:r>
                <a:rPr lang="en-US" dirty="0"/>
                <a:t>"]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group_wait</a:t>
              </a:r>
              <a:r>
                <a:rPr lang="en-US" dirty="0"/>
                <a:t>: 30s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group_interval</a:t>
              </a:r>
              <a:r>
                <a:rPr lang="en-US" dirty="0"/>
                <a:t>: 5m</a:t>
              </a:r>
            </a:p>
            <a:p>
              <a:r>
                <a:rPr lang="en-US" dirty="0"/>
                <a:t>  </a:t>
              </a:r>
              <a:r>
                <a:rPr lang="en-US" dirty="0" err="1"/>
                <a:t>repeat_interval</a:t>
              </a:r>
              <a:r>
                <a:rPr lang="en-US" dirty="0"/>
                <a:t>: 1h</a:t>
              </a:r>
            </a:p>
            <a:p>
              <a:r>
                <a:rPr lang="en-US" dirty="0"/>
                <a:t>  receiver: "email-alert"</a:t>
              </a:r>
              <a:br>
                <a:rPr lang="en-US" dirty="0"/>
              </a:br>
              <a:r>
                <a:rPr lang="en-US" dirty="0"/>
                <a:t>receivers:</a:t>
              </a:r>
            </a:p>
            <a:p>
              <a:r>
                <a:rPr lang="en-US" dirty="0"/>
                <a:t>  - name: "email-alert"</a:t>
              </a:r>
            </a:p>
            <a:p>
              <a:r>
                <a:rPr lang="en-US" dirty="0"/>
                <a:t>    </a:t>
              </a:r>
              <a:r>
                <a:rPr lang="en-US" dirty="0" err="1"/>
                <a:t>email_configs</a:t>
              </a:r>
              <a:r>
                <a:rPr lang="en-US" dirty="0"/>
                <a:t>:</a:t>
              </a:r>
            </a:p>
            <a:p>
              <a:r>
                <a:rPr lang="en-US" dirty="0"/>
                <a:t>      - to: "tradingcontentdrive@gmail.com"</a:t>
              </a:r>
            </a:p>
            <a:p>
              <a:r>
                <a:rPr lang="en-US" dirty="0"/>
                <a:t>        </a:t>
              </a:r>
              <a:r>
                <a:rPr lang="en-US" dirty="0" err="1"/>
                <a:t>send_resolved</a:t>
              </a:r>
              <a:r>
                <a:rPr lang="en-US" dirty="0"/>
                <a:t>: true</a:t>
              </a:r>
              <a:br>
                <a:rPr lang="en-US" dirty="0"/>
              </a:br>
              <a:r>
                <a:rPr lang="en-US" dirty="0" err="1"/>
                <a:t>inhibit_rules</a:t>
              </a:r>
              <a:r>
                <a:rPr lang="en-US" dirty="0"/>
                <a:t>: []</a:t>
              </a:r>
            </a:p>
            <a:p>
              <a:pPr lvl="0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chemeClr val="tx1"/>
                  </a:solidFill>
                </a:rPr>
                <a:t>'</a:t>
              </a:r>
            </a:p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9077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6F76-63B6-0BCB-454F-F99E67C6E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440A98D-D6ED-BE70-651D-49E3DCFA78C8}"/>
              </a:ext>
            </a:extLst>
          </p:cNvPr>
          <p:cNvGrpSpPr/>
          <p:nvPr/>
        </p:nvGrpSpPr>
        <p:grpSpPr>
          <a:xfrm>
            <a:off x="593557" y="385012"/>
            <a:ext cx="11325727" cy="5658850"/>
            <a:chOff x="593557" y="385012"/>
            <a:chExt cx="11325727" cy="5658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0BE6691-A396-54F9-6057-7F65B765D912}"/>
                </a:ext>
              </a:extLst>
            </p:cNvPr>
            <p:cNvSpPr/>
            <p:nvPr/>
          </p:nvSpPr>
          <p:spPr>
            <a:xfrm>
              <a:off x="593557" y="1556083"/>
              <a:ext cx="11325727" cy="448777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Retrieve all Prometheus rules currently configured in the cluster.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Review existing alerts in the cluster and on the Prometheus dashboard.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Examine the Prometheus queries associated with these alerts.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Create Prometheus rules for the custom alerts you need.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Export the Alert manager secret, update it with SMTP configuration, and reapply it.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Patch the Prometheus deployment with the necessary labels.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Add labels to ensure only your custom alerts are selected.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Restart the Prometheus and Alert manager pods to apply changes.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500" dirty="0"/>
                <a:t>Configure SMTP settings to receive alert notifications via email.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3C030F-2827-1D01-EBDB-A09AA362C498}"/>
                </a:ext>
              </a:extLst>
            </p:cNvPr>
            <p:cNvSpPr/>
            <p:nvPr/>
          </p:nvSpPr>
          <p:spPr>
            <a:xfrm>
              <a:off x="593557" y="385012"/>
              <a:ext cx="11325727" cy="11710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500" dirty="0"/>
                <a:t>Prometheus &amp; Alert manager Custom Alerts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28228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80</TotalTime>
  <Words>529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Bookman Old Style</vt:lpstr>
      <vt:lpstr>Calibri</vt:lpstr>
      <vt:lpstr>Rockwell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Manohar Shetty Pinnamshetty, Vodafone</dc:creator>
  <cp:lastModifiedBy>Manohar Shetty</cp:lastModifiedBy>
  <cp:revision>16</cp:revision>
  <dcterms:created xsi:type="dcterms:W3CDTF">2025-08-20T05:52:56Z</dcterms:created>
  <dcterms:modified xsi:type="dcterms:W3CDTF">2025-09-15T06:23:57Z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2025-08-20T05:53:10Z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871e0b68-871d-457a-a9a2-a29e245d32c1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General</vt:lpwstr>
  </property>
</Properties>
</file>